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Progreso Urbano · Manual de marca y Sistema de diseño</dc:title>
  <dc:subject/>
  <dc:creator>Martín Caicedo Sánchez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